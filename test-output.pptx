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70000" y="1270000"/>
            <a:ext cx="2540000" cy="1270000"/>
          </a:xfrm>
          <a:prstGeom prst="roundRect">
            <a:avLst/>
          </a:prstGeom>
          <a:solidFill>
            <a:srgbClr val="0064C8"/>
          </a:solidFill>
          <a:ln w="25400">
            <a:solidFill>
              <a:srgbClr val="00000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</a:rPr>
              <a:t>web</a:t>
            </a:r>
            <a:r>
              <a:rPr lang="en-US" sz="1000">
                <a:solidFill>
                  <a:srgbClr val="FFFFFF"/>
                </a:solidFill>
              </a:rPr>
              <a:t>
nginx:latest</a:t>
            </a:r>
          </a:p>
        </p:txBody>
      </p:sp>
      <p:sp>
        <p:nvSpPr>
          <p:cNvPr name="AutoShape 3" id="3"/>
          <p:cNvSpPr/>
          <p:nvPr/>
        </p:nvSpPr>
        <p:spPr>
          <a:xfrm>
            <a:off x="4445000" y="1270000"/>
            <a:ext cx="2540000" cy="1270000"/>
          </a:xfrm>
          <a:prstGeom prst="flowChartMagneticDisk">
            <a:avLst/>
          </a:prstGeom>
          <a:solidFill>
            <a:srgbClr val="FFA500"/>
          </a:solidFill>
          <a:ln w="25400">
            <a:solidFill>
              <a:srgbClr val="00000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</a:rPr>
              <a:t>db</a:t>
            </a:r>
            <a:r>
              <a:rPr lang="en-US" sz="1000">
                <a:solidFill>
                  <a:srgbClr val="FFFFFF"/>
                </a:solidFill>
              </a:rPr>
              <a:t>
postgres:15</a:t>
            </a:r>
          </a:p>
        </p:txBody>
      </p:sp>
      <p:sp>
        <p:nvSpPr>
          <p:cNvPr name="AutoShape 4" id="4"/>
          <p:cNvSpPr/>
          <p:nvPr/>
        </p:nvSpPr>
        <p:spPr>
          <a:xfrm>
            <a:off x="7620000" y="1270000"/>
            <a:ext cx="2540000" cy="1270000"/>
          </a:xfrm>
          <a:prstGeom prst="roundRect">
            <a:avLst/>
          </a:prstGeom>
          <a:solidFill>
            <a:srgbClr val="0064C8"/>
          </a:solidFill>
          <a:ln w="25400">
            <a:solidFill>
              <a:srgbClr val="00000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</a:rPr>
              <a:t>cache</a:t>
            </a:r>
            <a:r>
              <a:rPr lang="en-US" sz="1000">
                <a:solidFill>
                  <a:srgbClr val="FFFFFF"/>
                </a:solidFill>
              </a:rPr>
              <a:t>
redis:7</a:t>
            </a:r>
          </a:p>
        </p:txBody>
      </p:sp>
      <p:sp>
        <p:nvSpPr>
          <p:cNvPr name="AutoShape 5" id="5"/>
          <p:cNvSpPr/>
          <p:nvPr/>
        </p:nvSpPr>
        <p:spPr>
          <a:xfrm>
            <a:off x="1270000" y="3175000"/>
            <a:ext cx="2540000" cy="1270000"/>
          </a:xfrm>
          <a:prstGeom prst="roundRect">
            <a:avLst/>
          </a:prstGeom>
          <a:solidFill>
            <a:srgbClr val="0064C8"/>
          </a:solidFill>
          <a:ln w="25400">
            <a:solidFill>
              <a:srgbClr val="00000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</a:rPr>
              <a:t>api</a:t>
            </a:r>
            <a:r>
              <a:rPr lang="en-US" sz="1000">
                <a:solidFill>
                  <a:srgbClr val="FFFFFF"/>
                </a:solidFill>
              </a:rPr>
              <a:t>
node:18</a:t>
            </a:r>
          </a:p>
        </p:txBody>
      </p:sp>
      <p:sp>
        <p:nvSpPr>
          <p:cNvPr name="AutoShape 6" id="6"/>
          <p:cNvSpPr/>
          <p:nvPr/>
        </p:nvSpPr>
        <p:spPr>
          <a:xfrm>
            <a:off x="2540000" y="1905000"/>
            <a:ext cx="3175000" cy="12700"/>
          </a:xfrm>
          <a:prstGeom prst="line">
            <a:avLst/>
          </a:prstGeom>
          <a:noFill/>
          <a:ln w="19050">
            <a:solidFill>
              <a:srgbClr val="80808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2540000" y="1905000"/>
            <a:ext cx="6350000" cy="12700"/>
          </a:xfrm>
          <a:prstGeom prst="line">
            <a:avLst/>
          </a:prstGeom>
          <a:noFill/>
          <a:ln w="19050">
            <a:solidFill>
              <a:srgbClr val="80808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2540000" y="1905000"/>
            <a:ext cx="3175000" cy="1905000"/>
          </a:xfrm>
          <a:prstGeom prst="line">
            <a:avLst/>
          </a:prstGeom>
          <a:noFill/>
          <a:ln w="19050">
            <a:solidFill>
              <a:srgbClr val="80808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