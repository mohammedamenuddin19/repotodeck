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580611">
            <a:off x="4585185" y="3162300"/>
            <a:ext cx="365663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0">
            <a:off x="4699000" y="4432300"/>
            <a:ext cx="3429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 rot="0">
            <a:off x="4699000" y="4432300"/>
            <a:ext cx="6858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5" id="5"/>
          <p:cNvSpPr/>
          <p:nvPr/>
        </p:nvSpPr>
        <p:spPr>
          <a:xfrm rot="8608268">
            <a:off x="6203931" y="5702300"/>
            <a:ext cx="213363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6" id="6"/>
          <p:cNvSpPr/>
          <p:nvPr/>
        </p:nvSpPr>
        <p:spPr>
          <a:xfrm rot="8608268">
            <a:off x="9632931" y="5702300"/>
            <a:ext cx="2133638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807200" y="134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3378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6807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10236200" y="388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5092700" y="642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8521700" y="6426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6731000" y="127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webapp-ui</a:t>
            </a:r>
            <a:r>
              <a:rPr lang="en-US" sz="1100" i="true">
                <a:solidFill>
                  <a:srgbClr val="F0F0F0"/>
                </a:solidFill>
              </a:rPr>
              <a:t>
react-frontend:18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3302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api-gateway</a:t>
            </a:r>
            <a:r>
              <a:rPr lang="en-US" sz="1100" i="true">
                <a:solidFill>
                  <a:srgbClr val="F0F0F0"/>
                </a:solidFill>
              </a:rPr>
              <a:t>
spring-boot:3.0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6731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auth-service</a:t>
            </a:r>
            <a:r>
              <a:rPr lang="en-US" sz="1100" i="true">
                <a:solidFill>
                  <a:srgbClr val="F0F0F0"/>
                </a:solidFill>
              </a:rPr>
              <a:t>
node:18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10160000" y="381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payment-service</a:t>
            </a:r>
            <a:r>
              <a:rPr lang="en-US" sz="1100" i="true">
                <a:solidFill>
                  <a:srgbClr val="F0F0F0"/>
                </a:solidFill>
              </a:rPr>
              <a:t>
go:1.20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5016500" y="635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users-db</a:t>
            </a:r>
            <a:r>
              <a:rPr lang="en-US" sz="1100" i="true">
                <a:solidFill>
                  <a:srgbClr val="F0F0F0"/>
                </a:solidFill>
              </a:rPr>
              <a:t>
postgres:15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8445500" y="6350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payments-db</a:t>
            </a:r>
            <a:r>
              <a:rPr lang="en-US" sz="1100" i="true">
                <a:solidFill>
                  <a:srgbClr val="F0F0F0"/>
                </a:solidFill>
              </a:rPr>
              <a:t>
mysql:8.0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