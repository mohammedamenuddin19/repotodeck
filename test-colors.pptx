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>
            <a:off x="11239500" y="4114800"/>
            <a:ext cx="1905000" cy="2540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</p:sp>
      <p:sp>
        <p:nvSpPr>
          <p:cNvPr name="AutoShape 3" id="3"/>
          <p:cNvSpPr/>
          <p:nvPr/>
        </p:nvSpPr>
        <p:spPr>
          <a:xfrm rot="5400000">
            <a:off x="11239500" y="7289800"/>
            <a:ext cx="1905000" cy="25400"/>
          </a:xfrm>
          <a:prstGeom prst="rect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</p:sp>
      <p:sp>
        <p:nvSpPr>
          <p:cNvPr name="AutoShape 4" id="4"/>
          <p:cNvSpPr/>
          <p:nvPr/>
        </p:nvSpPr>
        <p:spPr>
          <a:xfrm>
            <a:off x="10871200" y="1981200"/>
            <a:ext cx="2794000" cy="127000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5" id="5"/>
          <p:cNvSpPr/>
          <p:nvPr/>
        </p:nvSpPr>
        <p:spPr>
          <a:xfrm>
            <a:off x="10871200" y="5156200"/>
            <a:ext cx="2794000" cy="1270000"/>
          </a:xfrm>
          <a:prstGeom prst="round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6" id="6"/>
          <p:cNvSpPr/>
          <p:nvPr/>
        </p:nvSpPr>
        <p:spPr>
          <a:xfrm>
            <a:off x="10871200" y="8331200"/>
            <a:ext cx="2794000" cy="1270000"/>
          </a:xfrm>
          <a:prstGeom prst="flowChartMagneticDisk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</p:sp>
      <p:sp>
        <p:nvSpPr>
          <p:cNvPr name="AutoShape 7" id="7"/>
          <p:cNvSpPr/>
          <p:nvPr/>
        </p:nvSpPr>
        <p:spPr>
          <a:xfrm>
            <a:off x="10795000" y="1905000"/>
            <a:ext cx="2794000" cy="127000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frontend-ui</a:t>
            </a:r>
            <a:r>
              <a:rPr lang="en-US" sz="1100" i="true">
                <a:solidFill>
                  <a:srgbClr val="F0F0F0"/>
                </a:solidFill>
              </a:rPr>
              <a:t>
react-app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>
            <a:off x="10795000" y="5080000"/>
            <a:ext cx="2794000" cy="1270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backend-api</a:t>
            </a:r>
            <a:r>
              <a:rPr lang="en-US" sz="1100" i="true">
                <a:solidFill>
                  <a:srgbClr val="F0F0F0"/>
                </a:solidFill>
              </a:rPr>
              <a:t>
node:18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10795000" y="8255000"/>
            <a:ext cx="2794000" cy="1270000"/>
          </a:xfrm>
          <a:prstGeom prst="flowChartMagneticDisk">
            <a:avLst/>
          </a:prstGeom>
          <a:solidFill>
            <a:srgbClr val="EA580C"/>
          </a:solidFill>
          <a:ln w="12700">
            <a:solidFill>
              <a:srgbClr val="FFFFFF">
                <a:alpha val="39216"/>
              </a:srgbClr>
            </a:solidFill>
          </a:ln>
        </p:spPr>
        <p:txBody>
          <a:bodyPr anchor="t" rtlCol="false"/>
          <a:lstStyle/>
          <a:p>
            <a:pPr algn="ctr">
              <a:defRPr/>
            </a:pPr>
            <a:r>
              <a:rPr lang="en-US" sz="1600" b="true">
                <a:solidFill>
                  <a:srgbClr val="FFFFFF"/>
                </a:solidFill>
              </a:rPr>
              <a:t>main-db</a:t>
            </a:r>
            <a:r>
              <a:rPr lang="en-US" sz="1100" i="true">
                <a:solidFill>
                  <a:srgbClr val="F0F0F0"/>
                </a:solidFill>
              </a:rPr>
              <a:t>
postgres:15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