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580611">
            <a:off x="4585185" y="3162300"/>
            <a:ext cx="365663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0">
            <a:off x="8128000" y="4432300"/>
            <a:ext cx="3429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6807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3378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807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0236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6731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Top-Service</a:t>
            </a:r>
            <a:r>
              <a:rPr lang="en-US" sz="1100" i="true">
                <a:solidFill>
                  <a:srgbClr val="F0F0F0"/>
                </a:solidFill>
              </a:rPr>
              <a:t>
nginx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3302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Bottom-Service</a:t>
            </a:r>
            <a:r>
              <a:rPr lang="en-US" sz="1100" i="true">
                <a:solidFill>
                  <a:srgbClr val="F0F0F0"/>
                </a:solidFill>
              </a:rPr>
              <a:t>
java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6731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Left-Service</a:t>
            </a:r>
            <a:r>
              <a:rPr lang="en-US" sz="1100" i="true">
                <a:solidFill>
                  <a:srgbClr val="F0F0F0"/>
                </a:solidFill>
              </a:rPr>
              <a:t>
node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10160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Right-Service</a:t>
            </a:r>
            <a:r>
              <a:rPr lang="en-US" sz="1100" i="true">
                <a:solidFill>
                  <a:srgbClr val="F0F0F0"/>
                </a:solidFill>
              </a:rPr>
              <a:t>
node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