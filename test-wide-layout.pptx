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2540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900295">
            <a:off x="4954643" y="3479800"/>
            <a:ext cx="7362715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3" id="3"/>
          <p:cNvSpPr/>
          <p:nvPr/>
        </p:nvSpPr>
        <p:spPr>
          <a:xfrm rot="9109284">
            <a:off x="8396938" y="3479800"/>
            <a:ext cx="4034125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4" id="4"/>
          <p:cNvSpPr/>
          <p:nvPr/>
        </p:nvSpPr>
        <p:spPr>
          <a:xfrm rot="5400000">
            <a:off x="11239500" y="3479800"/>
            <a:ext cx="1905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5" id="5"/>
          <p:cNvSpPr/>
          <p:nvPr/>
        </p:nvSpPr>
        <p:spPr>
          <a:xfrm rot="1690715">
            <a:off x="11952938" y="3479800"/>
            <a:ext cx="4034125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6" id="6"/>
          <p:cNvSpPr/>
          <p:nvPr/>
        </p:nvSpPr>
        <p:spPr>
          <a:xfrm rot="899704">
            <a:off x="12066643" y="3479800"/>
            <a:ext cx="7362715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7" id="7"/>
          <p:cNvSpPr/>
          <p:nvPr/>
        </p:nvSpPr>
        <p:spPr>
          <a:xfrm rot="3898986">
            <a:off x="3866776" y="7607300"/>
            <a:ext cx="4204448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8" id="8"/>
          <p:cNvSpPr/>
          <p:nvPr/>
        </p:nvSpPr>
        <p:spPr>
          <a:xfrm rot="3898986">
            <a:off x="7422776" y="7607300"/>
            <a:ext cx="4204448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9" id="9"/>
          <p:cNvSpPr/>
          <p:nvPr/>
        </p:nvSpPr>
        <p:spPr>
          <a:xfrm rot="3898986">
            <a:off x="10978776" y="7607300"/>
            <a:ext cx="4204448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0" id="10"/>
          <p:cNvSpPr/>
          <p:nvPr/>
        </p:nvSpPr>
        <p:spPr>
          <a:xfrm rot="3898986">
            <a:off x="14534776" y="7607300"/>
            <a:ext cx="4204448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1" id="11"/>
          <p:cNvSpPr/>
          <p:nvPr/>
        </p:nvSpPr>
        <p:spPr>
          <a:xfrm rot="10493870">
            <a:off x="12177854" y="6019800"/>
            <a:ext cx="7140292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10871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3759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7315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10871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14427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17983200" y="452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0871200" y="642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5537200" y="9601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9093200" y="9601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12649200" y="9601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16205200" y="9601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10795000" y="1270000"/>
            <a:ext cx="2794000" cy="12700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api-gateway</a:t>
            </a:r>
            <a:r>
              <a:rPr lang="en-US" sz="1100" i="true">
                <a:solidFill>
                  <a:srgbClr val="F0F0F0"/>
                </a:solidFill>
              </a:rPr>
              <a:t>
spring-cloud-gateway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3683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auth-service</a:t>
            </a:r>
            <a:r>
              <a:rPr lang="en-US" sz="1100" i="true">
                <a:solidFill>
                  <a:srgbClr val="F0F0F0"/>
                </a:solidFill>
              </a:rPr>
              <a:t>
node:18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>
            <a:off x="7239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product-service</a:t>
            </a:r>
            <a:r>
              <a:rPr lang="en-US" sz="1100" i="true">
                <a:solidFill>
                  <a:srgbClr val="F0F0F0"/>
                </a:solidFill>
              </a:rPr>
              <a:t>
java:17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>
            <a:off x="10795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order-service</a:t>
            </a:r>
            <a:r>
              <a:rPr lang="en-US" sz="1100" i="true">
                <a:solidFill>
                  <a:srgbClr val="F0F0F0"/>
                </a:solidFill>
              </a:rPr>
              <a:t>
golang:1.20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>
            <a:off x="14351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notification-service</a:t>
            </a:r>
            <a:r>
              <a:rPr lang="en-US" sz="1100" i="true">
                <a:solidFill>
                  <a:srgbClr val="F0F0F0"/>
                </a:solidFill>
              </a:rPr>
              <a:t>
python:3.9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17907000" y="4445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analytics-service</a:t>
            </a:r>
            <a:r>
              <a:rPr lang="en-US" sz="1100" i="true">
                <a:solidFill>
                  <a:srgbClr val="F0F0F0"/>
                </a:solidFill>
              </a:rPr>
              <a:t>
python:3.9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10795000" y="635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hadoop</a:t>
            </a:r>
            <a:r>
              <a:rPr lang="en-US" sz="1100" i="true">
                <a:solidFill>
                  <a:srgbClr val="F0F0F0"/>
                </a:solidFill>
              </a:rPr>
              <a:t>
hadoop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>
            <a:off x="5461000" y="9525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users-db</a:t>
            </a:r>
            <a:r>
              <a:rPr lang="en-US" sz="1100" i="true">
                <a:solidFill>
                  <a:srgbClr val="F0F0F0"/>
                </a:solidFill>
              </a:rPr>
              <a:t>
postgres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>
            <a:off x="9017000" y="9525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products-db</a:t>
            </a:r>
            <a:r>
              <a:rPr lang="en-US" sz="1100" i="true">
                <a:solidFill>
                  <a:srgbClr val="F0F0F0"/>
                </a:solidFill>
              </a:rPr>
              <a:t>
mongo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12573000" y="9525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orders-db</a:t>
            </a:r>
            <a:r>
              <a:rPr lang="en-US" sz="1100" i="true">
                <a:solidFill>
                  <a:srgbClr val="F0F0F0"/>
                </a:solidFill>
              </a:rPr>
              <a:t>
mysql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>
            <a:off x="16129000" y="9525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kafka</a:t>
            </a:r>
            <a:r>
              <a:rPr lang="en-US" sz="1100" i="true">
                <a:solidFill>
                  <a:srgbClr val="F0F0F0"/>
                </a:solidFill>
              </a:rPr>
              <a:t>
kafka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