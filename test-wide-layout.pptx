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9900295">
            <a:off x="4954643" y="4114800"/>
            <a:ext cx="7362715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3" id="3"/>
          <p:cNvSpPr/>
          <p:nvPr/>
        </p:nvSpPr>
        <p:spPr>
          <a:xfrm rot="9109284">
            <a:off x="8396938" y="4114800"/>
            <a:ext cx="4034125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4" id="4"/>
          <p:cNvSpPr/>
          <p:nvPr/>
        </p:nvSpPr>
        <p:spPr>
          <a:xfrm rot="5400000">
            <a:off x="11239500" y="4114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5" id="5"/>
          <p:cNvSpPr/>
          <p:nvPr/>
        </p:nvSpPr>
        <p:spPr>
          <a:xfrm rot="1690715">
            <a:off x="11952938" y="4114800"/>
            <a:ext cx="4034125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6" id="6"/>
          <p:cNvSpPr/>
          <p:nvPr/>
        </p:nvSpPr>
        <p:spPr>
          <a:xfrm rot="899704">
            <a:off x="12066643" y="4114800"/>
            <a:ext cx="7362715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7" id="7"/>
          <p:cNvSpPr/>
          <p:nvPr/>
        </p:nvSpPr>
        <p:spPr>
          <a:xfrm rot="5400000">
            <a:off x="4127500" y="7289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8" id="8"/>
          <p:cNvSpPr/>
          <p:nvPr/>
        </p:nvSpPr>
        <p:spPr>
          <a:xfrm rot="5400000">
            <a:off x="7683500" y="7289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9" id="9"/>
          <p:cNvSpPr/>
          <p:nvPr/>
        </p:nvSpPr>
        <p:spPr>
          <a:xfrm rot="5400000">
            <a:off x="11239500" y="7289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10" id="10"/>
          <p:cNvSpPr/>
          <p:nvPr/>
        </p:nvSpPr>
        <p:spPr>
          <a:xfrm rot="5400000">
            <a:off x="14795500" y="7289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11" id="11"/>
          <p:cNvSpPr/>
          <p:nvPr/>
        </p:nvSpPr>
        <p:spPr>
          <a:xfrm rot="5400000">
            <a:off x="18351500" y="7289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10871200" y="1981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3" id="13"/>
          <p:cNvSpPr/>
          <p:nvPr/>
        </p:nvSpPr>
        <p:spPr>
          <a:xfrm>
            <a:off x="3759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4" id="14"/>
          <p:cNvSpPr/>
          <p:nvPr/>
        </p:nvSpPr>
        <p:spPr>
          <a:xfrm>
            <a:off x="7315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5" id="15"/>
          <p:cNvSpPr/>
          <p:nvPr/>
        </p:nvSpPr>
        <p:spPr>
          <a:xfrm>
            <a:off x="10871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6" id="16"/>
          <p:cNvSpPr/>
          <p:nvPr/>
        </p:nvSpPr>
        <p:spPr>
          <a:xfrm>
            <a:off x="14427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7" id="17"/>
          <p:cNvSpPr/>
          <p:nvPr/>
        </p:nvSpPr>
        <p:spPr>
          <a:xfrm>
            <a:off x="17983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8" id="18"/>
          <p:cNvSpPr/>
          <p:nvPr/>
        </p:nvSpPr>
        <p:spPr>
          <a:xfrm>
            <a:off x="3759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9" id="19"/>
          <p:cNvSpPr/>
          <p:nvPr/>
        </p:nvSpPr>
        <p:spPr>
          <a:xfrm>
            <a:off x="7315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20" id="20"/>
          <p:cNvSpPr/>
          <p:nvPr/>
        </p:nvSpPr>
        <p:spPr>
          <a:xfrm>
            <a:off x="10871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21" id="21"/>
          <p:cNvSpPr/>
          <p:nvPr/>
        </p:nvSpPr>
        <p:spPr>
          <a:xfrm>
            <a:off x="14427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22" id="22"/>
          <p:cNvSpPr/>
          <p:nvPr/>
        </p:nvSpPr>
        <p:spPr>
          <a:xfrm>
            <a:off x="17983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23" id="23"/>
          <p:cNvSpPr/>
          <p:nvPr/>
        </p:nvSpPr>
        <p:spPr>
          <a:xfrm>
            <a:off x="10795000" y="1905000"/>
            <a:ext cx="2794000" cy="127000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api-gateway</a:t>
            </a:r>
            <a:r>
              <a:rPr lang="en-US" sz="1100" i="true">
                <a:solidFill>
                  <a:srgbClr val="F0F0F0"/>
                </a:solidFill>
              </a:rPr>
              <a:t>
spring-cloud-gateway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3683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auth-service</a:t>
            </a:r>
            <a:r>
              <a:rPr lang="en-US" sz="1100" i="true">
                <a:solidFill>
                  <a:srgbClr val="F0F0F0"/>
                </a:solidFill>
              </a:rPr>
              <a:t>
node:18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>
            <a:off x="7239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product-service</a:t>
            </a:r>
            <a:r>
              <a:rPr lang="en-US" sz="1100" i="true">
                <a:solidFill>
                  <a:srgbClr val="F0F0F0"/>
                </a:solidFill>
              </a:rPr>
              <a:t>
java:17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>
            <a:off x="10795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order-service</a:t>
            </a:r>
            <a:r>
              <a:rPr lang="en-US" sz="1100" i="true">
                <a:solidFill>
                  <a:srgbClr val="F0F0F0"/>
                </a:solidFill>
              </a:rPr>
              <a:t>
golang:1.20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>
            <a:off x="14351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notification-service</a:t>
            </a:r>
            <a:r>
              <a:rPr lang="en-US" sz="1100" i="true">
                <a:solidFill>
                  <a:srgbClr val="F0F0F0"/>
                </a:solidFill>
              </a:rPr>
              <a:t>
python:3.9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17907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analytics-service</a:t>
            </a:r>
            <a:r>
              <a:rPr lang="en-US" sz="1100" i="true">
                <a:solidFill>
                  <a:srgbClr val="F0F0F0"/>
                </a:solidFill>
              </a:rPr>
              <a:t>
python:3.9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3683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users-db</a:t>
            </a:r>
            <a:r>
              <a:rPr lang="en-US" sz="1100" i="true">
                <a:solidFill>
                  <a:srgbClr val="F0F0F0"/>
                </a:solidFill>
              </a:rPr>
              <a:t>
postgres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7239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products-db</a:t>
            </a:r>
            <a:r>
              <a:rPr lang="en-US" sz="1100" i="true">
                <a:solidFill>
                  <a:srgbClr val="F0F0F0"/>
                </a:solidFill>
              </a:rPr>
              <a:t>
mongo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>
            <a:off x="10795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orders-db</a:t>
            </a:r>
            <a:r>
              <a:rPr lang="en-US" sz="1100" i="true">
                <a:solidFill>
                  <a:srgbClr val="F0F0F0"/>
                </a:solidFill>
              </a:rPr>
              <a:t>
mysql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14351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kafka</a:t>
            </a:r>
            <a:r>
              <a:rPr lang="en-US" sz="1100" i="true">
                <a:solidFill>
                  <a:srgbClr val="F0F0F0"/>
                </a:solidFill>
              </a:rPr>
              <a:t>
kafka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17907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hadoop</a:t>
            </a:r>
            <a:r>
              <a:rPr lang="en-US" sz="1100" i="true">
                <a:solidFill>
                  <a:srgbClr val="F0F0F0"/>
                </a:solidFill>
              </a:rPr>
              <a:t>
hadoop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