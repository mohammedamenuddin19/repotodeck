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2540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620770">
            <a:off x="6693014" y="3479800"/>
            <a:ext cx="566397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7981503">
            <a:off x="10000089" y="3479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 rot="2818496">
            <a:off x="11778089" y="3479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5" id="5"/>
          <p:cNvSpPr/>
          <p:nvPr/>
        </p:nvSpPr>
        <p:spPr>
          <a:xfrm rot="2818496">
            <a:off x="6444089" y="6654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6" id="6"/>
          <p:cNvSpPr/>
          <p:nvPr/>
        </p:nvSpPr>
        <p:spPr>
          <a:xfrm rot="2818496">
            <a:off x="10000089" y="6654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7" id="7"/>
          <p:cNvSpPr/>
          <p:nvPr/>
        </p:nvSpPr>
        <p:spPr>
          <a:xfrm rot="2818496">
            <a:off x="13556089" y="6654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8" id="8"/>
          <p:cNvSpPr/>
          <p:nvPr/>
        </p:nvSpPr>
        <p:spPr>
          <a:xfrm rot="10800000">
            <a:off x="6858000" y="5067300"/>
            <a:ext cx="10668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9" id="9"/>
          <p:cNvSpPr/>
          <p:nvPr/>
        </p:nvSpPr>
        <p:spPr>
          <a:xfrm rot="10800000">
            <a:off x="10414000" y="5067300"/>
            <a:ext cx="7112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0871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5537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9093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12649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6205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7315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10871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14427200" y="769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0795000" y="1270000"/>
            <a:ext cx="2794000" cy="12700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netflix-zuul</a:t>
            </a:r>
            <a:r>
              <a:rPr lang="en-US" sz="1100" i="true">
                <a:solidFill>
                  <a:srgbClr val="F0F0F0"/>
                </a:solidFill>
              </a:rPr>
              <a:t>
gateway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5461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movie-service</a:t>
            </a:r>
            <a:r>
              <a:rPr lang="en-US" sz="1100" i="true">
                <a:solidFill>
                  <a:srgbClr val="F0F0F0"/>
                </a:solidFill>
              </a:rPr>
              <a:t>
java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9017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user-service</a:t>
            </a:r>
            <a:r>
              <a:rPr lang="en-US" sz="1100" i="true">
                <a:solidFill>
                  <a:srgbClr val="F0F0F0"/>
                </a:solidFill>
              </a:rPr>
              <a:t>
node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12573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search-service</a:t>
            </a:r>
            <a:r>
              <a:rPr lang="en-US" sz="1100" i="true">
                <a:solidFill>
                  <a:srgbClr val="F0F0F0"/>
                </a:solidFill>
              </a:rPr>
              <a:t>
python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>
            <a:off x="16129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recommendation-engine</a:t>
            </a:r>
            <a:r>
              <a:rPr lang="en-US" sz="1100" i="true">
                <a:solidFill>
                  <a:srgbClr val="F0F0F0"/>
                </a:solidFill>
              </a:rPr>
              <a:t>
spark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7239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cassandra-movies</a:t>
            </a:r>
            <a:r>
              <a:rPr lang="en-US" sz="1100" i="true">
                <a:solidFill>
                  <a:srgbClr val="F0F0F0"/>
                </a:solidFill>
              </a:rPr>
              <a:t>
cassandra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0795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cassandra-users</a:t>
            </a:r>
            <a:r>
              <a:rPr lang="en-US" sz="1100" i="true">
                <a:solidFill>
                  <a:srgbClr val="F0F0F0"/>
                </a:solidFill>
              </a:rPr>
              <a:t>
cassandra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>
            <a:off x="14351000" y="762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elastic-search</a:t>
            </a:r>
            <a:r>
              <a:rPr lang="en-US" sz="1100" i="true">
                <a:solidFill>
                  <a:srgbClr val="F0F0F0"/>
                </a:solidFill>
              </a:rPr>
              <a:t>
elastic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