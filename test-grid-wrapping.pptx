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25400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327061">
            <a:off x="4074154" y="5384800"/>
            <a:ext cx="9123693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3" id="3"/>
          <p:cNvSpPr/>
          <p:nvPr/>
        </p:nvSpPr>
        <p:spPr>
          <a:xfrm rot="3486552">
            <a:off x="7048500" y="5384800"/>
            <a:ext cx="6731000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4" id="4"/>
          <p:cNvSpPr/>
          <p:nvPr/>
        </p:nvSpPr>
        <p:spPr>
          <a:xfrm rot="5400000">
            <a:off x="9334500" y="5384800"/>
            <a:ext cx="5715000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5" id="5"/>
          <p:cNvSpPr/>
          <p:nvPr/>
        </p:nvSpPr>
        <p:spPr>
          <a:xfrm rot="7313447">
            <a:off x="10604500" y="5384800"/>
            <a:ext cx="6731000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6" id="6"/>
          <p:cNvSpPr/>
          <p:nvPr/>
        </p:nvSpPr>
        <p:spPr>
          <a:xfrm rot="8472938">
            <a:off x="11186154" y="5384800"/>
            <a:ext cx="9123693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7" id="7"/>
          <p:cNvSpPr/>
          <p:nvPr/>
        </p:nvSpPr>
        <p:spPr>
          <a:xfrm rot="1690715">
            <a:off x="4601875" y="6337300"/>
            <a:ext cx="8068249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8" id="8"/>
          <p:cNvSpPr/>
          <p:nvPr/>
        </p:nvSpPr>
        <p:spPr>
          <a:xfrm rot="2818496">
            <a:off x="7808178" y="6337300"/>
            <a:ext cx="5211644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9" id="9"/>
          <p:cNvSpPr/>
          <p:nvPr/>
        </p:nvSpPr>
        <p:spPr>
          <a:xfrm rot="5400000">
            <a:off x="10287000" y="6337300"/>
            <a:ext cx="3810000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10" id="10"/>
          <p:cNvSpPr/>
          <p:nvPr/>
        </p:nvSpPr>
        <p:spPr>
          <a:xfrm rot="7981503">
            <a:off x="11364178" y="6337300"/>
            <a:ext cx="5211644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11" id="11"/>
          <p:cNvSpPr/>
          <p:nvPr/>
        </p:nvSpPr>
        <p:spPr>
          <a:xfrm rot="9109284">
            <a:off x="11713875" y="6337300"/>
            <a:ext cx="8068249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12" id="12"/>
          <p:cNvSpPr/>
          <p:nvPr/>
        </p:nvSpPr>
        <p:spPr>
          <a:xfrm rot="2818496">
            <a:off x="10000089" y="7289800"/>
            <a:ext cx="2605822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13" id="13"/>
          <p:cNvSpPr/>
          <p:nvPr/>
        </p:nvSpPr>
        <p:spPr>
          <a:xfrm rot="7981503">
            <a:off x="11778089" y="7289800"/>
            <a:ext cx="2605822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14" id="14"/>
          <p:cNvSpPr/>
          <p:nvPr/>
        </p:nvSpPr>
        <p:spPr>
          <a:xfrm>
            <a:off x="3759200" y="1346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15" id="15"/>
          <p:cNvSpPr/>
          <p:nvPr/>
        </p:nvSpPr>
        <p:spPr>
          <a:xfrm>
            <a:off x="7315200" y="1346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16" id="16"/>
          <p:cNvSpPr/>
          <p:nvPr/>
        </p:nvSpPr>
        <p:spPr>
          <a:xfrm>
            <a:off x="10871200" y="1346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17" id="17"/>
          <p:cNvSpPr/>
          <p:nvPr/>
        </p:nvSpPr>
        <p:spPr>
          <a:xfrm>
            <a:off x="14427200" y="1346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18" id="18"/>
          <p:cNvSpPr/>
          <p:nvPr/>
        </p:nvSpPr>
        <p:spPr>
          <a:xfrm>
            <a:off x="17983200" y="1346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19" id="19"/>
          <p:cNvSpPr/>
          <p:nvPr/>
        </p:nvSpPr>
        <p:spPr>
          <a:xfrm>
            <a:off x="3759200" y="3251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20" id="20"/>
          <p:cNvSpPr/>
          <p:nvPr/>
        </p:nvSpPr>
        <p:spPr>
          <a:xfrm>
            <a:off x="7315200" y="3251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21" id="21"/>
          <p:cNvSpPr/>
          <p:nvPr/>
        </p:nvSpPr>
        <p:spPr>
          <a:xfrm>
            <a:off x="10871200" y="3251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22" id="22"/>
          <p:cNvSpPr/>
          <p:nvPr/>
        </p:nvSpPr>
        <p:spPr>
          <a:xfrm>
            <a:off x="14427200" y="3251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23" id="23"/>
          <p:cNvSpPr/>
          <p:nvPr/>
        </p:nvSpPr>
        <p:spPr>
          <a:xfrm>
            <a:off x="17983200" y="3251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24" id="24"/>
          <p:cNvSpPr/>
          <p:nvPr/>
        </p:nvSpPr>
        <p:spPr>
          <a:xfrm>
            <a:off x="9093200" y="5156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25" id="25"/>
          <p:cNvSpPr/>
          <p:nvPr/>
        </p:nvSpPr>
        <p:spPr>
          <a:xfrm>
            <a:off x="12649200" y="5156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26" id="26"/>
          <p:cNvSpPr/>
          <p:nvPr/>
        </p:nvSpPr>
        <p:spPr>
          <a:xfrm>
            <a:off x="10871200" y="8331200"/>
            <a:ext cx="2794000" cy="1270000"/>
          </a:xfrm>
          <a:prstGeom prst="flowChartMagneticDisk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27" id="27"/>
          <p:cNvSpPr/>
          <p:nvPr/>
        </p:nvSpPr>
        <p:spPr>
          <a:xfrm>
            <a:off x="3683000" y="1270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Microservice-1</a:t>
            </a:r>
            <a:r>
              <a:rPr lang="en-US" sz="1100" i="true">
                <a:solidFill>
                  <a:srgbClr val="F0F0F0"/>
                </a:solidFill>
              </a:rPr>
              <a:t>
java:17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>
            <a:off x="7239000" y="1270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Microservice-2</a:t>
            </a:r>
            <a:r>
              <a:rPr lang="en-US" sz="1100" i="true">
                <a:solidFill>
                  <a:srgbClr val="F0F0F0"/>
                </a:solidFill>
              </a:rPr>
              <a:t>
java:17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>
            <a:off x="10795000" y="1270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Microservice-3</a:t>
            </a:r>
            <a:r>
              <a:rPr lang="en-US" sz="1100" i="true">
                <a:solidFill>
                  <a:srgbClr val="F0F0F0"/>
                </a:solidFill>
              </a:rPr>
              <a:t>
java:17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>
            <a:off x="14351000" y="1270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Microservice-4</a:t>
            </a:r>
            <a:r>
              <a:rPr lang="en-US" sz="1100" i="true">
                <a:solidFill>
                  <a:srgbClr val="F0F0F0"/>
                </a:solidFill>
              </a:rPr>
              <a:t>
java:17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>
            <a:off x="17907000" y="1270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Microservice-5</a:t>
            </a:r>
            <a:r>
              <a:rPr lang="en-US" sz="1100" i="true">
                <a:solidFill>
                  <a:srgbClr val="F0F0F0"/>
                </a:solidFill>
              </a:rPr>
              <a:t>
java:17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>
            <a:off x="3683000" y="3175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Microservice-6</a:t>
            </a:r>
            <a:r>
              <a:rPr lang="en-US" sz="1100" i="true">
                <a:solidFill>
                  <a:srgbClr val="F0F0F0"/>
                </a:solidFill>
              </a:rPr>
              <a:t>
java:17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>
            <a:off x="7239000" y="3175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Microservice-7</a:t>
            </a:r>
            <a:r>
              <a:rPr lang="en-US" sz="1100" i="true">
                <a:solidFill>
                  <a:srgbClr val="F0F0F0"/>
                </a:solidFill>
              </a:rPr>
              <a:t>
java:17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>
            <a:off x="10795000" y="3175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Microservice-8</a:t>
            </a:r>
            <a:r>
              <a:rPr lang="en-US" sz="1100" i="true">
                <a:solidFill>
                  <a:srgbClr val="F0F0F0"/>
                </a:solidFill>
              </a:rPr>
              <a:t>
java:17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>
            <a:off x="14351000" y="3175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Microservice-9</a:t>
            </a:r>
            <a:r>
              <a:rPr lang="en-US" sz="1100" i="true">
                <a:solidFill>
                  <a:srgbClr val="F0F0F0"/>
                </a:solidFill>
              </a:rPr>
              <a:t>
java:17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>
            <a:off x="17907000" y="3175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Microservice-10</a:t>
            </a:r>
            <a:r>
              <a:rPr lang="en-US" sz="1100" i="true">
                <a:solidFill>
                  <a:srgbClr val="F0F0F0"/>
                </a:solidFill>
              </a:rPr>
              <a:t>
java:17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>
            <a:off x="9017000" y="5080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Microservice-11</a:t>
            </a:r>
            <a:r>
              <a:rPr lang="en-US" sz="1100" i="true">
                <a:solidFill>
                  <a:srgbClr val="F0F0F0"/>
                </a:solidFill>
              </a:rPr>
              <a:t>
java:17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>
            <a:off x="12573000" y="5080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Microservice-12</a:t>
            </a:r>
            <a:r>
              <a:rPr lang="en-US" sz="1100" i="true">
                <a:solidFill>
                  <a:srgbClr val="F0F0F0"/>
                </a:solidFill>
              </a:rPr>
              <a:t>
java:17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>
            <a:off x="10795000" y="8255000"/>
            <a:ext cx="2794000" cy="1270000"/>
          </a:xfrm>
          <a:prstGeom prst="flowChartMagneticDisk">
            <a:avLst/>
          </a:prstGeom>
          <a:solidFill>
            <a:srgbClr val="EA580C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db-cluster</a:t>
            </a:r>
            <a:r>
              <a:rPr lang="en-US" sz="1100" i="true">
                <a:solidFill>
                  <a:srgbClr val="F0F0F0"/>
                </a:solidFill>
              </a:rPr>
              <a:t>
postgres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